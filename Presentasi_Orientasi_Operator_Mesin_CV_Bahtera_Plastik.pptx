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280160"/>
            <a:ext cx="109728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ORIENTASI &amp; PENGENALAN KERJA</a:t>
            </a:r>
          </a:p>
          <a:p>
            <a:pPr>
              <a:spcBef>
                <a:spcPts val="1200"/>
              </a:spcBef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Lowongan Tenaga Kerja</a:t>
            </a:r>
            <a:br/>
            <a:r>
              <a:t>Operator Mesin Injeksi Plastik</a:t>
            </a:r>
            <a:br/>
            <a:r>
              <a:t>(Karyawan Reguler &amp; Pekerja Harian Lepas / PHL)</a:t>
            </a:r>
          </a:p>
          <a:p>
            <a:pPr>
              <a:defRPr sz="1800" b="1">
                <a:solidFill>
                  <a:srgbClr val="CBD5E1"/>
                </a:solidFill>
              </a:defRPr>
            </a:pPr>
            <a:r>
              <a:t>CV. BAHTERA PLASTIK — SIDOARJO, JAWA TIMUR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Pabrik Manufaktur Produk Wakul &amp; Baskom Plastik • Peluang Terbuka Untuk Reguler &amp; Cadangan On-Call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CV. BAHTERA PLASTIK • ORIENTASI KERJA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Profil Perusahaan &amp; Produk Utama Kami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12064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🏢 Tentang CV. Bahtera Plastik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Perusahaan manufaktur injection moulding plastik terpercaya berlokasi di Sidoarjo, Jawa Timur.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Mengoperasikan mesin presisi tinggi untuk menghasilkan aneka wadah plastik rumah tangga kuat, lentur, dan tahan lama.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Pasar distribusi luas mencakup agen, toko grosir, dan distributor di berbagai kota.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Membuka kesempatan kerja berkelanjutan bagi warga yang ingin bekerja secara tekun, jujur, dan bertanggung jawab.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91640"/>
            <a:ext cx="5120640" cy="46177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🥣 Produk Utama yang Diproduksi</a:t>
            </a:r>
          </a:p>
          <a:p>
            <a:pPr>
              <a:spcBef>
                <a:spcPts val="1200"/>
              </a:spcBef>
              <a:defRPr sz="1350">
                <a:solidFill>
                  <a:srgbClr val="1E293B"/>
                </a:solidFill>
              </a:defRPr>
            </a:pPr>
            <a:r>
              <a:t>• WAKUL PLASTIK: Wadah nasi &amp; hajatan serbaguna dengan berbagai variasi ukuran dan warna cerah diminati konsumen luas.</a:t>
            </a:r>
          </a:p>
          <a:p>
            <a:pPr>
              <a:spcBef>
                <a:spcPts val="1200"/>
              </a:spcBef>
              <a:defRPr sz="1350">
                <a:solidFill>
                  <a:srgbClr val="1E293B"/>
                </a:solidFill>
              </a:defRPr>
            </a:pPr>
            <a:r>
              <a:t>• BASKOM PLASTIK: Baskom serbaguna dengan bahan kuat tidak mudah pecah, lentur, dan tahan pemakaian harian.</a:t>
            </a:r>
          </a:p>
          <a:p>
            <a:pPr>
              <a:spcBef>
                <a:spcPts val="1200"/>
              </a:spcBef>
              <a:defRPr sz="1350">
                <a:solidFill>
                  <a:srgbClr val="1E293B"/>
                </a:solidFill>
              </a:defRPr>
            </a:pPr>
            <a:r>
              <a:t>• Produksi stabil dan rutin berjalan setiap hari dengan volume pengiriman berkala ke armada truk dan pickup.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CV. BAHTERA PLASTIK • ORIENTASI KERJA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Tugas &amp; Tanggung Jawab: Operator Mesin Injeksi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⚙️ Operasional Mesin Injeksi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Menjalankan mesin injeksi plastik sesuai SOP dan petunjuk kerja yang diajarkan selama masa pelatihan/training.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9164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🥣 Pengambilan &amp; Finishing Produk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Mengambil produk wakul/baskom yang selesai dicetak, merapikan pinggiran sisa plastik cetakan (trimming) secara rapi.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🔍 Pemeriksaan Mutu (Quality Control)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Memastikan produk mulus, warna merata, tidak berlubang/cacat, serta memisahkan produk reject dari produk yang siap jual.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11480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📦 Penataan &amp; Perapian Barang Jadi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Menumpuk dan menyusun wakul serta baskom hasil cetakan ke area penumpukan/packing agar siap diangkut ke armada.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CV. BAHTERA PLASTIK • ORIENTASI KERJA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Jam Kerja &amp; Sistem Shift Operasional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342900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⏱️ Durasi Kerja Harian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000" b="1">
                <a:solidFill>
                  <a:srgbClr val="0284C7"/>
                </a:solidFill>
              </a:defRPr>
            </a:pPr>
            <a:r>
              <a:t>8 Jam Kerja / Hari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Setiap operator bekerja selama 8 jam per shift dengan alokasi waktu istirahat yang cukup untuk makan dan ibadah.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91640"/>
            <a:ext cx="3429000" cy="46177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📅 Hari Kerja Mingguan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000" b="1">
                <a:solidFill>
                  <a:srgbClr val="0284C7"/>
                </a:solidFill>
              </a:defRPr>
            </a:pPr>
            <a:r>
              <a:t>Senin s/d Sabtu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Hari kerja reguler berlangsung dari Senin sampai Sabtu (6 hari kerja). Hari libur diatur sesuai jadwal operasional pabrik.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91640"/>
            <a:ext cx="342900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🔄 Sistem Rotasi Shift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000" b="1">
                <a:solidFill>
                  <a:srgbClr val="0284C7"/>
                </a:solidFill>
              </a:defRPr>
            </a:pPr>
            <a:r>
              <a:t>Rotasi Adil &amp; Teratur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Jadwal shift diatur secara bergiliran (rotasi berkala) antar kelompok regu kerja agar seluruh karyawan mendapatkan giliran secara seimbang.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CV. BAHTERA PLASTIK • ORIENTASI KERJA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Pilihan Jalur Kerja: Operator Reguler &amp; Tenaga PHL (Cadangan)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120640" cy="46177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⭐ 1. Operator Reguler (Jalur Tetap)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✓ Jadwal kerja tetap harian (Senin s/d Sabtu) dengan rotasi shift terencana.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✓ Melewati masa pelatihan/training selama 14 hari.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✓ Upah harian stabil (Rp 50K masa training → Rp 65K saat reguler).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✓ Mendapatkan fasilitas mess, bonus beras, dan prioritas penugasan shift.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✓ Komitmen penuh hadir setiap hari kerja dan mematuhi tata tertib pabrik.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91640"/>
            <a:ext cx="5120640" cy="4617720"/>
          </a:xfrm>
          <a:prstGeom prst="roundRect">
            <a:avLst/>
          </a:prstGeom>
          <a:solidFill>
            <a:srgbClr val="FAF5FF"/>
          </a:solidFill>
          <a:ln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800" b="1">
                <a:solidFill>
                  <a:srgbClr val="7E22CE"/>
                </a:solidFill>
              </a:defRPr>
            </a:pPr>
            <a:r>
              <a:t>⚡ 2. Karyawan PHL (Pekerja Cadangan On-Call)</a:t>
            </a:r>
          </a:p>
          <a:p>
            <a:pPr>
              <a:spcBef>
                <a:spcPts val="700"/>
              </a:spcBef>
              <a:defRPr sz="1200">
                <a:solidFill>
                  <a:srgbClr val="581C87"/>
                </a:solidFill>
              </a:defRPr>
            </a:pPr>
            <a:r>
              <a:t>★ FUNGSI UTAMA: Tenaga cadangan siap panggil saat karyawan reguler sakit/izin/libur, atau saat terjadi lonjakan pesanan produksi.</a:t>
            </a:r>
          </a:p>
          <a:p>
            <a:pPr>
              <a:spcBef>
                <a:spcPts val="700"/>
              </a:spcBef>
              <a:defRPr sz="1200">
                <a:solidFill>
                  <a:srgbClr val="581C87"/>
                </a:solidFill>
              </a:defRPr>
            </a:pPr>
            <a:r>
              <a:t>★ WAKTU FLEKSIBEL: Sangat cocok bagi yang ingin waktu kerja fleksibel atau sedang menunggu kuota reguler terbuka.</a:t>
            </a:r>
          </a:p>
          <a:p>
            <a:pPr>
              <a:spcBef>
                <a:spcPts val="700"/>
              </a:spcBef>
              <a:defRPr sz="1200">
                <a:solidFill>
                  <a:srgbClr val="581C87"/>
                </a:solidFill>
              </a:defRPr>
            </a:pPr>
            <a:r>
              <a:t>★ SISTEM UPAH: Dibayar harian setiap kali masuk kerja/shift.</a:t>
            </a:r>
          </a:p>
          <a:p>
            <a:pPr>
              <a:spcBef>
                <a:spcPts val="700"/>
              </a:spcBef>
              <a:defRPr sz="1200">
                <a:solidFill>
                  <a:srgbClr val="581C87"/>
                </a:solidFill>
              </a:defRPr>
            </a:pPr>
            <a:r>
              <a:t>★ PELUANG EMAS: Karyawan PHL yang rajin, disiplin, dan terbukti cepat tanggap akan DIPRIORITASKAN PERTAMA untuk diangkat menjadi Operator Reguler Tetap!</a:t>
            </a:r>
          </a:p>
          <a:p>
            <a:pPr>
              <a:spcBef>
                <a:spcPts val="700"/>
              </a:spcBef>
              <a:defRPr sz="1200">
                <a:solidFill>
                  <a:srgbClr val="581C87"/>
                </a:solidFill>
              </a:defRPr>
            </a:pPr>
            <a:r>
              <a:t>★ TETAP DAPAT BONUS: Berhak mendapatkan bonus angkat muat armada (25K-75K) jika ikut membantu muat barang.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CV. BAHTERA PLASTIK • ORIENTASI KERJA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Skema Upah, Masa Training, &amp; Bonus Angkut Armada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3429000" cy="4617720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🐣 MASA TRAINING</a:t>
            </a:r>
          </a:p>
          <a:p>
            <a:pPr>
              <a:defRPr sz="2800" b="1">
                <a:solidFill>
                  <a:srgbClr val="B45309"/>
                </a:solidFill>
              </a:defRPr>
            </a:pPr>
            <a:r>
              <a:t>Rp 50.000</a:t>
            </a:r>
          </a:p>
          <a:p>
            <a:pPr>
              <a:spcAft>
                <a:spcPts val="1000"/>
              </a:spcAft>
              <a:defRPr sz="1200">
                <a:solidFill>
                  <a:srgbClr val="B45309"/>
                </a:solidFill>
              </a:defRPr>
            </a:pPr>
            <a:r>
              <a:t>per hari • Selama 14 Hari Kerja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✓ Durasi evaluasi 14 hari kerja masuk.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✓ Pendampingan langsung cara mengoperasikan mesin injeksi.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✓ Belajar standar mutu wakul &amp; baskom.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✓ Setelah 14 hari dinyatakan lulus, langsung naik upah reguler!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91640"/>
            <a:ext cx="3429000" cy="46177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⭐ KARYAWAN REGULER</a:t>
            </a:r>
          </a:p>
          <a:p>
            <a:pPr>
              <a:defRPr sz="2800" b="1">
                <a:solidFill>
                  <a:srgbClr val="059669"/>
                </a:solidFill>
              </a:defRPr>
            </a:pPr>
            <a:r>
              <a:t>Rp 65.000</a:t>
            </a:r>
          </a:p>
          <a:p>
            <a:pPr>
              <a:spcAft>
                <a:spcPts val="1000"/>
              </a:spcAft>
              <a:defRPr sz="1200">
                <a:solidFill>
                  <a:srgbClr val="059669"/>
                </a:solidFill>
              </a:defRPr>
            </a:pPr>
            <a:r>
              <a:t>per hari • Setelah Lulus Training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✓ Otomatis berlaku setelah 14 hari training selesai.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✓ Status tenaga kerja operator reguler.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✓ Penghasilan harian stabil &amp; pasti.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✓ Jadwal shift rutin dan berkelanjutan.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91640"/>
            <a:ext cx="3429000" cy="46177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🚚 BONUS ANGKAT ARMADA</a:t>
            </a:r>
          </a:p>
          <a:p>
            <a:pPr>
              <a:defRPr sz="2800" b="1">
                <a:solidFill>
                  <a:srgbClr val="0284C7"/>
                </a:solidFill>
              </a:defRPr>
            </a:pPr>
            <a:r>
              <a:t>25K – 75K</a:t>
            </a:r>
          </a:p>
          <a:p>
            <a:pPr>
              <a:spcAft>
                <a:spcPts val="1000"/>
              </a:spcAft>
              <a:defRPr sz="1200">
                <a:solidFill>
                  <a:srgbClr val="1E3A8A"/>
                </a:solidFill>
              </a:defRPr>
            </a:pPr>
            <a:r>
              <a:t>Rp 25.000 s/d Rp 75.000 / armada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✓ Uang tambahan ekstra di luar upah harian.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✓ Untuk bantuan bongkar muat produk wakul/baskom ke pickup / truk ekspedisi.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✓ Nominal disesuaikan dengan volume muatan armada.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✓ Berlaku untuk Operator Reguler &amp; Karyawan PHL!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CV. BAHTERA PLASTIK • ORIENTASI KERJA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Fasilitas &amp; Tunjangan yang Disediakan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🏠 Fasilitas Mess Karyawan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Disediakan tempat tinggal / mess di area pabrik bagi karyawan yang membutuhkan, sangat membantu menghemat biaya tempat tinggal dan transportasi harian.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9164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🌾 Bonus Beras Rutin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Perusahaan memberikan bantuan logistik berupa bonus beras untuk mendukung kebutuhan konsumsi pokok karyawan sehari-hari.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💧 Air Minum Gratis Sepuasnya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Tersedia air minum bersih dan higienis secara gratis dan tidak terbatas di lokasi operasional kerja untuk menjaga kesegaran dan stamina operator.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114800"/>
            <a:ext cx="51206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🤝 Lingkungan Kerja Guyub &amp; Solid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Suasana kekeluargaan di lantai pabrik yang saling mendukung, tidak ada diskriminasi, dan kesempatan belajar mengoperasikan mesin secara mandiri.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CV. BAHTERA PLASTIK • ORIENTASI KERJA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Tata Tertib, Kedisiplinan, &amp; Aturan Pakaian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12064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700" b="1">
                <a:solidFill>
                  <a:srgbClr val="1E3A8A"/>
                </a:solidFill>
              </a:defRPr>
            </a:pPr>
            <a:r>
              <a:t>👕 Ketentuan Pakaian &amp; Absensi</a:t>
            </a:r>
          </a:p>
          <a:p>
            <a:pPr>
              <a:spcBef>
                <a:spcPts val="900"/>
              </a:spcBef>
              <a:defRPr sz="1300">
                <a:solidFill>
                  <a:srgbClr val="1E293B"/>
                </a:solidFill>
              </a:defRPr>
            </a:pPr>
            <a:r>
              <a:t>• Celana Panjang: Wajib mengenakan celana panjang saat masa training dan kerja untuk kenyamanan dan keamanan fisik.</a:t>
            </a:r>
          </a:p>
          <a:p>
            <a:pPr>
              <a:spcBef>
                <a:spcPts val="900"/>
              </a:spcBef>
              <a:defRPr sz="1300">
                <a:solidFill>
                  <a:srgbClr val="1E293B"/>
                </a:solidFill>
              </a:defRPr>
            </a:pPr>
            <a:r>
              <a:t>• Kaos Bebas Sopan: Nyaman dipakai bekerja di area mesin manufaktur.</a:t>
            </a:r>
          </a:p>
          <a:p>
            <a:pPr>
              <a:spcBef>
                <a:spcPts val="900"/>
              </a:spcBef>
              <a:defRPr sz="1300">
                <a:solidFill>
                  <a:srgbClr val="1E293B"/>
                </a:solidFill>
              </a:defRPr>
            </a:pPr>
            <a:r>
              <a:t>• Alas Kaki Fleksibel: Diperbolehkan memakai sandal (tetap berhati-hati dan memperhatikan keselamatan langkah kaki).</a:t>
            </a:r>
          </a:p>
          <a:p>
            <a:pPr>
              <a:spcBef>
                <a:spcPts val="900"/>
              </a:spcBef>
              <a:defRPr sz="1300">
                <a:solidFill>
                  <a:srgbClr val="1E293B"/>
                </a:solidFill>
              </a:defRPr>
            </a:pPr>
            <a:r>
              <a:t>• Absensi Manual: Pencatatan absensi kehadiran dilakukan secara manual setiap hadir dan selesai shift.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91640"/>
            <a:ext cx="5120640" cy="4617720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700" b="1">
                <a:solidFill>
                  <a:srgbClr val="D97706"/>
                </a:solidFill>
              </a:defRPr>
            </a:pPr>
            <a:r>
              <a:t>⚠️ Larangan Bolos &amp; Sanksi Tegas</a:t>
            </a:r>
          </a:p>
          <a:p>
            <a:pPr>
              <a:spcBef>
                <a:spcPts val="800"/>
              </a:spcBef>
              <a:defRPr sz="1250">
                <a:solidFill>
                  <a:srgbClr val="78350F"/>
                </a:solidFill>
              </a:defRPr>
            </a:pPr>
            <a:r>
              <a:t>• DILARANG KERAS BOLOS / MANGKIR tanpa pemberitahuan resmi dan izin dari pimpinan.</a:t>
            </a:r>
          </a:p>
          <a:p>
            <a:pPr>
              <a:spcBef>
                <a:spcPts val="800"/>
              </a:spcBef>
              <a:defRPr sz="1250">
                <a:solidFill>
                  <a:srgbClr val="78350F"/>
                </a:solidFill>
              </a:defRPr>
            </a:pPr>
            <a:r>
              <a:t>• PERINGATAN UNTUK YANG RUMAHNYA JAUH / LUAR KOTA: Saat jadwal libur selesai, wajib sudah kembali ke mess/pabrik dan tepat waktu masuk kerja!</a:t>
            </a:r>
          </a:p>
          <a:p>
            <a:pPr>
              <a:spcBef>
                <a:spcPts val="800"/>
              </a:spcBef>
              <a:defRPr sz="1250">
                <a:solidFill>
                  <a:srgbClr val="78350F"/>
                </a:solidFill>
              </a:defRPr>
            </a:pPr>
            <a:r>
              <a:t>• Tidak ada toleransi keterlambatan kembali kerja karena alasan rumah jauh.</a:t>
            </a:r>
          </a:p>
          <a:p>
            <a:pPr>
              <a:spcBef>
                <a:spcPts val="800"/>
              </a:spcBef>
              <a:defRPr sz="1250">
                <a:solidFill>
                  <a:srgbClr val="78350F"/>
                </a:solidFill>
              </a:defRPr>
            </a:pPr>
            <a:r>
              <a:t>• SISTEM SANKSI BERTAHAP:</a:t>
            </a:r>
            <a:br/>
            <a:r>
              <a:t>  1. SP-1 : Surat Peringatan Pertama</a:t>
            </a:r>
            <a:br/>
            <a:r>
              <a:t>  2. SP-2 : Peringatan Keras Terakhir</a:t>
            </a:r>
            <a:br/>
            <a:r>
              <a:t>  3. PHK  : Pemutusan Hubungan Kerja (Dikeluarkan)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CV. BAHTERA PLASTIK • ORIENTASI KERJA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Berkas Persyaratan Calon Karyawan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51206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📄 1. Curriculum Vitae (CV)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Daftar riwayat hidup singkat memuat data diri, riwayat pendidikan, serta pengalaman kerja (jika ada).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91640"/>
            <a:ext cx="51206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🪪 2. Foto / Scan KTP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Kartu Tanda Penduduk yang masih berlaku dan data NIK terlihat jelas tanpa blur.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🛡️ 3. Surat SKCK Aktif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Surat Keterangan Catatan Kepolisian yang masih aktif sebagai bukti berkelakuan baik.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114800"/>
            <a:ext cx="51206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🎓 4. Ijazah Pendidikan Terakhir</a:t>
            </a:r>
          </a:p>
          <a:p>
            <a:pPr>
              <a:spcBef>
                <a:spcPts val="600"/>
              </a:spcBef>
              <a:defRPr sz="1250">
                <a:solidFill>
                  <a:srgbClr val="1E293B"/>
                </a:solidFill>
              </a:defRPr>
            </a:pPr>
            <a:r>
              <a:t>Scan/foto ijazah pendidikan formal terakhir yang dimiliki oleh calon pelamar.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📌 CATATAN PENTING: Seluruh dokumen persyaratan wajib disiapkan dalam FORMAT PDF yang jelas dan terbaca.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93C5FD"/>
                </a:solidFill>
              </a:defRPr>
            </a:pPr>
            <a:r>
              <a:t>CV. BAHTERA PLASTIK • ORIENTASI KERJA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Alur &amp; Tahapan Seleksi Masuk Karyawan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91640"/>
            <a:ext cx="342900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LANGKAH 1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700" b="1">
                <a:solidFill>
                  <a:srgbClr val="1E3A8A"/>
                </a:solidFill>
              </a:defRPr>
            </a:pPr>
            <a:r>
              <a:t>📱 Isi Form Web Karir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Calon pelamar melengkapi formulir data identitas diri dan mengunggah berkas PDF melalui link undangan karir online.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91640"/>
            <a:ext cx="342900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LANGKAH 2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700" b="1">
                <a:solidFill>
                  <a:srgbClr val="1E3A8A"/>
                </a:solidFill>
              </a:defRPr>
            </a:pPr>
            <a:r>
              <a:t>🤝 Interview &amp; Tes Fisik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Sesi wawancara singkat serta tes kesiapan fisik dan stamina untuk memastikan kesiapan bekerja di lantai pabrik.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91640"/>
            <a:ext cx="3429000" cy="46177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LANGKAH 3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700" b="1">
                <a:solidFill>
                  <a:srgbClr val="059669"/>
                </a:solidFill>
              </a:defRPr>
            </a:pPr>
            <a:r>
              <a:t>🚀 Penempatan Kerja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Bagi yang lolos dapat langsung penempatan training 14 hari (Reguler) atau terdaftar sebagai Tenaga PHL (Cadangan Siap Panggil).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MARI TUMBUH &amp; BERKEMBANG BERSAMA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CV. BAHTERA PLASTIK</a:t>
            </a:r>
          </a:p>
          <a:p>
            <a:pPr>
              <a:spcBef>
                <a:spcPts val="1000"/>
              </a:spcBef>
              <a:spcAft>
                <a:spcPts val="2500"/>
              </a:spcAft>
              <a:defRPr sz="1800">
                <a:solidFill>
                  <a:srgbClr val="CBD5E1"/>
                </a:solidFill>
              </a:defRPr>
            </a:pPr>
            <a:r>
              <a:t>Kerja Nyata • Penghasilan Pasti • Peluang Karir Reguler &amp; PHL</a:t>
            </a:r>
          </a:p>
          <a:p>
            <a:pPr>
              <a:defRPr sz="2200" b="1">
                <a:solidFill>
                  <a:srgbClr val="FDE047"/>
                </a:solidFill>
              </a:defRPr>
            </a:pPr>
            <a:r>
              <a:t>💬 SESI TANYA JAWAB (Q &amp; A)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Silakan ajukan pertanyaan apabila ada hal yang perlu diperjelas mengenai pekerjaan ini.</a:t>
            </a:r>
            <a:br/>
            <a:r>
              <a:t>Segera persiapkan berkas PDF Anda dan daftarkan diri Anda sekarang!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